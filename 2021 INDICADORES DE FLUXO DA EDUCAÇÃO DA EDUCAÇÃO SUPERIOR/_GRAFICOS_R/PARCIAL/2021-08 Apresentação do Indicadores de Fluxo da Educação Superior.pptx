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presProps.xml" ContentType="application/vnd.openxmlformats-officedocument.presentationml.presProps+xml"/>
  <Override PartName="/ppt/media/image28.jpeg" ContentType="image/jpeg"/>
  <Override PartName="/ppt/media/image1.png" ContentType="image/png"/>
  <Override PartName="/ppt/media/image7.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8.jpeg" ContentType="image/jpeg"/>
  <Override PartName="/ppt/media/image9.jpeg" ContentType="image/jpeg"/>
  <Override PartName="/ppt/media/image10.jpeg" ContentType="image/jpeg"/>
  <Override PartName="/ppt/media/image11.jpeg" ContentType="image/jpeg"/>
  <Override PartName="/ppt/media/image12.jpeg" ContentType="image/jpeg"/>
  <Override PartName="/ppt/media/image13.jpeg" ContentType="image/jpeg"/>
  <Override PartName="/ppt/media/image14.jpeg" ContentType="image/jpeg"/>
  <Override PartName="/ppt/media/image29.png" ContentType="image/png"/>
  <Override PartName="/ppt/media/image15.jpeg" ContentType="image/jpeg"/>
  <Override PartName="/ppt/media/image16.jpeg" ContentType="image/jpeg"/>
  <Override PartName="/ppt/media/image17.jpeg" ContentType="image/jpeg"/>
  <Override PartName="/ppt/media/image18.jpeg" ContentType="image/jpeg"/>
  <Override PartName="/ppt/media/image19.jpeg" ContentType="image/jpeg"/>
  <Override PartName="/ppt/media/image20.jpeg" ContentType="image/jpeg"/>
  <Override PartName="/ppt/media/image21.jpeg" ContentType="image/jpeg"/>
  <Override PartName="/ppt/media/image22.jpeg" ContentType="image/jpeg"/>
  <Override PartName="/ppt/media/image23.jpeg" ContentType="image/jpeg"/>
  <Override PartName="/ppt/media/image24.jpeg" ContentType="image/jpeg"/>
  <Override PartName="/ppt/media/image25.jpeg" ContentType="image/jpeg"/>
  <Override PartName="/ppt/media/image26.jpeg" ContentType="image/jpeg"/>
  <Override PartName="/ppt/media/image27.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3" name="PlaceHolder 2"/>
          <p:cNvSpPr>
            <a:spLocks noGrp="1"/>
          </p:cNvSpPr>
          <p:nvPr>
            <p:ph type="subTitle"/>
          </p:nvPr>
        </p:nvSpPr>
        <p:spPr>
          <a:xfrm>
            <a:off x="504000" y="1326600"/>
            <a:ext cx="9071280" cy="3287880"/>
          </a:xfrm>
          <a:prstGeom prst="rect">
            <a:avLst/>
          </a:prstGeom>
          <a:noFill/>
          <a:ln w="0">
            <a:noFill/>
          </a:ln>
        </p:spPr>
        <p:txBody>
          <a:bodyPr lIns="0" rIns="0" tIns="0" bIns="0" anchor="ctr">
            <a:noAutofit/>
          </a:bodyPr>
          <a:p>
            <a:pPr algn="ctr"/>
            <a:endParaRPr b="0" lang="pt-BR"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5"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7"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pt-BR" sz="3200" spc="-1" strike="noStrike">
              <a:latin typeface="Arial"/>
            </a:endParaRPr>
          </a:p>
        </p:txBody>
      </p:sp>
      <p:sp>
        <p:nvSpPr>
          <p:cNvPr id="8"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504000" y="226080"/>
            <a:ext cx="9071280" cy="4386600"/>
          </a:xfrm>
          <a:prstGeom prst="rect">
            <a:avLst/>
          </a:prstGeom>
          <a:noFill/>
          <a:ln w="0">
            <a:noFill/>
          </a:ln>
        </p:spPr>
        <p:txBody>
          <a:bodyPr lIns="0" rIns="0" tIns="0" bIns="0" anchor="ctr">
            <a:noAutofit/>
          </a:bodyPr>
          <a:p>
            <a:pPr algn="ctr"/>
            <a:endParaRPr b="0" lang="pt-BR"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12"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13"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pt-BR" sz="3200" spc="-1" strike="noStrike">
              <a:latin typeface="Arial"/>
            </a:endParaRPr>
          </a:p>
        </p:txBody>
      </p:sp>
      <p:sp>
        <p:nvSpPr>
          <p:cNvPr id="14"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16"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pt-BR" sz="3200" spc="-1" strike="noStrike">
              <a:latin typeface="Arial"/>
            </a:endParaRPr>
          </a:p>
        </p:txBody>
      </p:sp>
      <p:sp>
        <p:nvSpPr>
          <p:cNvPr id="17"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18" name="PlaceHolder 4"/>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20"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21"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22" name="PlaceHolder 4"/>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24" name="PlaceHolder 2"/>
          <p:cNvSpPr>
            <a:spLocks noGrp="1"/>
          </p:cNvSpPr>
          <p:nvPr>
            <p:ph/>
          </p:nvPr>
        </p:nvSpPr>
        <p:spPr>
          <a:xfrm>
            <a:off x="504000" y="1326600"/>
            <a:ext cx="9071280" cy="1568160"/>
          </a:xfrm>
          <a:prstGeom prst="rect">
            <a:avLst/>
          </a:prstGeom>
          <a:noFill/>
          <a:ln w="0">
            <a:noFill/>
          </a:ln>
        </p:spPr>
        <p:txBody>
          <a:bodyPr lIns="0" rIns="0" tIns="0" bIns="0" anchor="t">
            <a:normAutofit/>
          </a:bodyPr>
          <a:p>
            <a:endParaRPr b="0" lang="pt-BR" sz="3200" spc="-1" strike="noStrike">
              <a:latin typeface="Arial"/>
            </a:endParaRPr>
          </a:p>
        </p:txBody>
      </p:sp>
      <p:sp>
        <p:nvSpPr>
          <p:cNvPr id="25" name="PlaceHolder 3"/>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27"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28"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29"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30" name="PlaceHolder 5"/>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32"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endParaRPr b="0" lang="pt-BR" sz="3200" spc="-1" strike="noStrike">
              <a:latin typeface="Arial"/>
            </a:endParaRPr>
          </a:p>
        </p:txBody>
      </p:sp>
      <p:sp>
        <p:nvSpPr>
          <p:cNvPr id="33"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endParaRPr b="0" lang="pt-BR" sz="3200" spc="-1" strike="noStrike">
              <a:latin typeface="Arial"/>
            </a:endParaRPr>
          </a:p>
        </p:txBody>
      </p:sp>
      <p:sp>
        <p:nvSpPr>
          <p:cNvPr id="34"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endParaRPr b="0" lang="pt-BR" sz="3200" spc="-1" strike="noStrike">
              <a:latin typeface="Arial"/>
            </a:endParaRPr>
          </a:p>
        </p:txBody>
      </p:sp>
      <p:sp>
        <p:nvSpPr>
          <p:cNvPr id="35"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endParaRPr b="0" lang="pt-BR" sz="3200" spc="-1" strike="noStrike">
              <a:latin typeface="Arial"/>
            </a:endParaRPr>
          </a:p>
        </p:txBody>
      </p:sp>
      <p:sp>
        <p:nvSpPr>
          <p:cNvPr id="36"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endParaRPr b="0" lang="pt-BR" sz="3200" spc="-1" strike="noStrike">
              <a:latin typeface="Arial"/>
            </a:endParaRPr>
          </a:p>
        </p:txBody>
      </p:sp>
      <p:sp>
        <p:nvSpPr>
          <p:cNvPr id="37"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41" name="PlaceHolder 2"/>
          <p:cNvSpPr>
            <a:spLocks noGrp="1"/>
          </p:cNvSpPr>
          <p:nvPr>
            <p:ph type="subTitle"/>
          </p:nvPr>
        </p:nvSpPr>
        <p:spPr>
          <a:xfrm>
            <a:off x="504000" y="1326600"/>
            <a:ext cx="9071280" cy="3287880"/>
          </a:xfrm>
          <a:prstGeom prst="rect">
            <a:avLst/>
          </a:prstGeom>
          <a:noFill/>
          <a:ln w="0">
            <a:noFill/>
          </a:ln>
        </p:spPr>
        <p:txBody>
          <a:bodyPr lIns="0" rIns="0" tIns="0" bIns="0" anchor="ctr">
            <a:noAutofit/>
          </a:bodyPr>
          <a:p>
            <a:pPr algn="ctr"/>
            <a:endParaRPr b="0" lang="pt-BR"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43"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45"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pt-BR" sz="3200" spc="-1" strike="noStrike">
              <a:latin typeface="Arial"/>
            </a:endParaRPr>
          </a:p>
        </p:txBody>
      </p:sp>
      <p:sp>
        <p:nvSpPr>
          <p:cNvPr id="46"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504000" y="226080"/>
            <a:ext cx="9071280" cy="4386600"/>
          </a:xfrm>
          <a:prstGeom prst="rect">
            <a:avLst/>
          </a:prstGeom>
          <a:noFill/>
          <a:ln w="0">
            <a:noFill/>
          </a:ln>
        </p:spPr>
        <p:txBody>
          <a:bodyPr lIns="0" rIns="0" tIns="0" bIns="0" anchor="ctr">
            <a:noAutofit/>
          </a:bodyPr>
          <a:p>
            <a:pPr algn="ctr"/>
            <a:endParaRPr b="0" lang="pt-BR"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50"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51"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pt-BR" sz="3200" spc="-1" strike="noStrike">
              <a:latin typeface="Arial"/>
            </a:endParaRPr>
          </a:p>
        </p:txBody>
      </p:sp>
      <p:sp>
        <p:nvSpPr>
          <p:cNvPr id="52"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54"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pt-BR" sz="3200" spc="-1" strike="noStrike">
              <a:latin typeface="Arial"/>
            </a:endParaRPr>
          </a:p>
        </p:txBody>
      </p:sp>
      <p:sp>
        <p:nvSpPr>
          <p:cNvPr id="55"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56" name="PlaceHolder 4"/>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58"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59"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60" name="PlaceHolder 4"/>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62" name="PlaceHolder 2"/>
          <p:cNvSpPr>
            <a:spLocks noGrp="1"/>
          </p:cNvSpPr>
          <p:nvPr>
            <p:ph/>
          </p:nvPr>
        </p:nvSpPr>
        <p:spPr>
          <a:xfrm>
            <a:off x="504000" y="1326600"/>
            <a:ext cx="9071280" cy="1568160"/>
          </a:xfrm>
          <a:prstGeom prst="rect">
            <a:avLst/>
          </a:prstGeom>
          <a:noFill/>
          <a:ln w="0">
            <a:noFill/>
          </a:ln>
        </p:spPr>
        <p:txBody>
          <a:bodyPr lIns="0" rIns="0" tIns="0" bIns="0" anchor="t">
            <a:normAutofit/>
          </a:bodyPr>
          <a:p>
            <a:endParaRPr b="0" lang="pt-BR" sz="3200" spc="-1" strike="noStrike">
              <a:latin typeface="Arial"/>
            </a:endParaRPr>
          </a:p>
        </p:txBody>
      </p:sp>
      <p:sp>
        <p:nvSpPr>
          <p:cNvPr id="63" name="PlaceHolder 3"/>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65"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66"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67"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pt-BR" sz="3200" spc="-1" strike="noStrike">
              <a:latin typeface="Arial"/>
            </a:endParaRPr>
          </a:p>
        </p:txBody>
      </p:sp>
      <p:sp>
        <p:nvSpPr>
          <p:cNvPr id="68" name="PlaceHolder 5"/>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algn="ctr"/>
            <a:endParaRPr b="0" lang="pt-BR" sz="4400" spc="-1" strike="noStrike">
              <a:latin typeface="Arial"/>
            </a:endParaRPr>
          </a:p>
        </p:txBody>
      </p:sp>
      <p:sp>
        <p:nvSpPr>
          <p:cNvPr id="70"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endParaRPr b="0" lang="pt-BR" sz="3200" spc="-1" strike="noStrike">
              <a:latin typeface="Arial"/>
            </a:endParaRPr>
          </a:p>
        </p:txBody>
      </p:sp>
      <p:sp>
        <p:nvSpPr>
          <p:cNvPr id="71"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endParaRPr b="0" lang="pt-BR" sz="3200" spc="-1" strike="noStrike">
              <a:latin typeface="Arial"/>
            </a:endParaRPr>
          </a:p>
        </p:txBody>
      </p:sp>
      <p:sp>
        <p:nvSpPr>
          <p:cNvPr id="72"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endParaRPr b="0" lang="pt-BR" sz="3200" spc="-1" strike="noStrike">
              <a:latin typeface="Arial"/>
            </a:endParaRPr>
          </a:p>
        </p:txBody>
      </p:sp>
      <p:sp>
        <p:nvSpPr>
          <p:cNvPr id="73"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endParaRPr b="0" lang="pt-BR" sz="3200" spc="-1" strike="noStrike">
              <a:latin typeface="Arial"/>
            </a:endParaRPr>
          </a:p>
        </p:txBody>
      </p:sp>
      <p:sp>
        <p:nvSpPr>
          <p:cNvPr id="74"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endParaRPr b="0" lang="pt-BR" sz="3200" spc="-1" strike="noStrike">
              <a:latin typeface="Arial"/>
            </a:endParaRPr>
          </a:p>
        </p:txBody>
      </p:sp>
      <p:sp>
        <p:nvSpPr>
          <p:cNvPr id="75"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endParaRPr b="0" lang="pt-BR"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r>
              <a:rPr b="0" lang="pt-BR" sz="1800" spc="-1" strike="noStrike">
                <a:latin typeface="Arial"/>
              </a:rPr>
              <a:t>Clique para editar o formato do texto do título</a:t>
            </a:r>
            <a:endParaRPr b="0" lang="pt-BR" sz="1800" spc="-1" strike="noStrike">
              <a:latin typeface="Arial"/>
            </a:endParaRPr>
          </a:p>
        </p:txBody>
      </p:sp>
      <p:sp>
        <p:nvSpPr>
          <p:cNvPr id="1" name="PlaceHolder 2"/>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latin typeface="Arial"/>
              </a:rPr>
              <a:t>Clique para editar o formato do texto da estrutura de tópicos</a:t>
            </a:r>
            <a:endParaRPr b="0" lang="pt-BR" sz="3200" spc="-1" strike="noStrike">
              <a:latin typeface="Arial"/>
            </a:endParaRPr>
          </a:p>
          <a:p>
            <a:pPr lvl="1" marL="864000" indent="-324000">
              <a:spcBef>
                <a:spcPts val="1134"/>
              </a:spcBef>
              <a:buClr>
                <a:srgbClr val="000000"/>
              </a:buClr>
              <a:buSzPct val="75000"/>
              <a:buFont typeface="Symbol" charset="2"/>
              <a:buChar char=""/>
            </a:pPr>
            <a:r>
              <a:rPr b="0" lang="pt-BR" sz="2800" spc="-1" strike="noStrike">
                <a:latin typeface="Arial"/>
              </a:rPr>
              <a:t>2.º nível da estrutura de tópicos</a:t>
            </a:r>
            <a:endParaRPr b="0" lang="pt-BR" sz="2800" spc="-1" strike="noStrike">
              <a:latin typeface="Arial"/>
            </a:endParaRPr>
          </a:p>
          <a:p>
            <a:pPr lvl="2" marL="1296000" indent="-288000">
              <a:spcBef>
                <a:spcPts val="850"/>
              </a:spcBef>
              <a:buClr>
                <a:srgbClr val="000000"/>
              </a:buClr>
              <a:buSzPct val="45000"/>
              <a:buFont typeface="Wingdings" charset="2"/>
              <a:buChar char=""/>
            </a:pPr>
            <a:r>
              <a:rPr b="0" lang="pt-BR" sz="2400" spc="-1" strike="noStrike">
                <a:latin typeface="Arial"/>
              </a:rPr>
              <a:t>3.º nível da estrutura de tópicos</a:t>
            </a:r>
            <a:endParaRPr b="0" lang="pt-BR" sz="2400" spc="-1" strike="noStrike">
              <a:latin typeface="Arial"/>
            </a:endParaRPr>
          </a:p>
          <a:p>
            <a:pPr lvl="3" marL="1728000" indent="-216000">
              <a:spcBef>
                <a:spcPts val="567"/>
              </a:spcBef>
              <a:buClr>
                <a:srgbClr val="000000"/>
              </a:buClr>
              <a:buSzPct val="75000"/>
              <a:buFont typeface="Symbol" charset="2"/>
              <a:buChar char=""/>
            </a:pPr>
            <a:r>
              <a:rPr b="0" lang="pt-BR" sz="2000" spc="-1" strike="noStrike">
                <a:latin typeface="Arial"/>
              </a:rPr>
              <a:t>4.º nível da estrutura de tópicos</a:t>
            </a:r>
            <a:endParaRPr b="0" lang="pt-BR" sz="2000" spc="-1" strike="noStrike">
              <a:latin typeface="Arial"/>
            </a:endParaRPr>
          </a:p>
          <a:p>
            <a:pPr lvl="4" marL="2160000" indent="-216000">
              <a:spcBef>
                <a:spcPts val="283"/>
              </a:spcBef>
              <a:buClr>
                <a:srgbClr val="000000"/>
              </a:buClr>
              <a:buSzPct val="45000"/>
              <a:buFont typeface="Wingdings" charset="2"/>
              <a:buChar char=""/>
            </a:pPr>
            <a:r>
              <a:rPr b="0" lang="pt-BR" sz="2000" spc="-1" strike="noStrike">
                <a:latin typeface="Arial"/>
              </a:rPr>
              <a:t>5.º nível da estrutura de tópicos</a:t>
            </a:r>
            <a:endParaRPr b="0" lang="pt-BR" sz="2000" spc="-1" strike="noStrike">
              <a:latin typeface="Arial"/>
            </a:endParaRPr>
          </a:p>
          <a:p>
            <a:pPr lvl="5" marL="2592000" indent="-216000">
              <a:spcBef>
                <a:spcPts val="283"/>
              </a:spcBef>
              <a:buClr>
                <a:srgbClr val="000000"/>
              </a:buClr>
              <a:buSzPct val="45000"/>
              <a:buFont typeface="Wingdings" charset="2"/>
              <a:buChar char=""/>
            </a:pPr>
            <a:r>
              <a:rPr b="0" lang="pt-BR" sz="2000" spc="-1" strike="noStrike">
                <a:latin typeface="Arial"/>
              </a:rPr>
              <a:t>6.º nível da estrutura de tópicos</a:t>
            </a:r>
            <a:endParaRPr b="0" lang="pt-BR" sz="2000" spc="-1" strike="noStrike">
              <a:latin typeface="Arial"/>
            </a:endParaRPr>
          </a:p>
          <a:p>
            <a:pPr lvl="6" marL="3024000" indent="-216000">
              <a:spcBef>
                <a:spcPts val="283"/>
              </a:spcBef>
              <a:buClr>
                <a:srgbClr val="000000"/>
              </a:buClr>
              <a:buSzPct val="45000"/>
              <a:buFont typeface="Wingdings" charset="2"/>
              <a:buChar char=""/>
            </a:pPr>
            <a:r>
              <a:rPr b="0" lang="pt-BR" sz="2000" spc="-1" strike="noStrike">
                <a:latin typeface="Arial"/>
              </a:rPr>
              <a:t>7.º nível da estrutura de tópicos</a:t>
            </a:r>
            <a:endParaRPr b="0" lang="pt-BR"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r>
              <a:rPr b="0" lang="pt-BR" sz="1800" spc="-1" strike="noStrike">
                <a:latin typeface="Arial"/>
              </a:rPr>
              <a:t>Clique para editar o formato do texto do título</a:t>
            </a:r>
            <a:endParaRPr b="0" lang="pt-BR" sz="1800" spc="-1" strike="noStrike">
              <a:latin typeface="Arial"/>
            </a:endParaRPr>
          </a:p>
        </p:txBody>
      </p:sp>
      <p:sp>
        <p:nvSpPr>
          <p:cNvPr id="39" name="PlaceHolder 2"/>
          <p:cNvSpPr>
            <a:spLocks noGrp="1"/>
          </p:cNvSpPr>
          <p:nvPr>
            <p:ph type="body"/>
          </p:nvPr>
        </p:nvSpPr>
        <p:spPr>
          <a:xfrm>
            <a:off x="504000" y="1326600"/>
            <a:ext cx="907128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latin typeface="Arial"/>
              </a:rPr>
              <a:t>Clique para editar o formato do texto da estrutura de tópicos</a:t>
            </a:r>
            <a:endParaRPr b="0" lang="pt-BR" sz="1800" spc="-1" strike="noStrike">
              <a:latin typeface="Arial"/>
            </a:endParaRPr>
          </a:p>
          <a:p>
            <a:pPr lvl="1" marL="864000" indent="-324000">
              <a:spcBef>
                <a:spcPts val="1134"/>
              </a:spcBef>
              <a:buClr>
                <a:srgbClr val="000000"/>
              </a:buClr>
              <a:buSzPct val="75000"/>
              <a:buFont typeface="Symbol" charset="2"/>
              <a:buChar char=""/>
            </a:pPr>
            <a:r>
              <a:rPr b="0" lang="pt-BR" sz="1800" spc="-1" strike="noStrike">
                <a:latin typeface="Arial"/>
              </a:rPr>
              <a:t>2.º nível da estrutura de tópicos</a:t>
            </a:r>
            <a:endParaRPr b="0" lang="pt-BR" sz="1800" spc="-1" strike="noStrike">
              <a:latin typeface="Arial"/>
            </a:endParaRPr>
          </a:p>
          <a:p>
            <a:pPr lvl="2" marL="1296000" indent="-288000">
              <a:spcBef>
                <a:spcPts val="850"/>
              </a:spcBef>
              <a:buClr>
                <a:srgbClr val="000000"/>
              </a:buClr>
              <a:buSzPct val="45000"/>
              <a:buFont typeface="Wingdings" charset="2"/>
              <a:buChar char=""/>
            </a:pPr>
            <a:r>
              <a:rPr b="0" lang="pt-BR" sz="1800" spc="-1" strike="noStrike">
                <a:latin typeface="Arial"/>
              </a:rPr>
              <a:t>3.º nível da estrutura de tópicos</a:t>
            </a:r>
            <a:endParaRPr b="0" lang="pt-BR" sz="1800" spc="-1" strike="noStrike">
              <a:latin typeface="Arial"/>
            </a:endParaRPr>
          </a:p>
          <a:p>
            <a:pPr lvl="3" marL="1728000" indent="-216000">
              <a:spcBef>
                <a:spcPts val="567"/>
              </a:spcBef>
              <a:buClr>
                <a:srgbClr val="000000"/>
              </a:buClr>
              <a:buSzPct val="75000"/>
              <a:buFont typeface="Symbol" charset="2"/>
              <a:buChar char=""/>
            </a:pPr>
            <a:r>
              <a:rPr b="0" lang="pt-BR" sz="1800" spc="-1" strike="noStrike">
                <a:latin typeface="Arial"/>
              </a:rPr>
              <a:t>4.º nível da estrutura de tópicos</a:t>
            </a:r>
            <a:endParaRPr b="0" lang="pt-BR" sz="1800" spc="-1" strike="noStrike">
              <a:latin typeface="Arial"/>
            </a:endParaRPr>
          </a:p>
          <a:p>
            <a:pPr lvl="4" marL="2160000" indent="-216000">
              <a:spcBef>
                <a:spcPts val="283"/>
              </a:spcBef>
              <a:buClr>
                <a:srgbClr val="000000"/>
              </a:buClr>
              <a:buSzPct val="45000"/>
              <a:buFont typeface="Wingdings" charset="2"/>
              <a:buChar char=""/>
            </a:pPr>
            <a:r>
              <a:rPr b="0" lang="pt-BR" sz="1800" spc="-1" strike="noStrike">
                <a:latin typeface="Arial"/>
              </a:rPr>
              <a:t>5.º nível da estrutura de tópicos</a:t>
            </a:r>
            <a:endParaRPr b="0" lang="pt-BR" sz="1800" spc="-1" strike="noStrike">
              <a:latin typeface="Arial"/>
            </a:endParaRPr>
          </a:p>
          <a:p>
            <a:pPr lvl="5" marL="2592000" indent="-216000">
              <a:spcBef>
                <a:spcPts val="283"/>
              </a:spcBef>
              <a:buClr>
                <a:srgbClr val="000000"/>
              </a:buClr>
              <a:buSzPct val="45000"/>
              <a:buFont typeface="Wingdings" charset="2"/>
              <a:buChar char=""/>
            </a:pPr>
            <a:r>
              <a:rPr b="0" lang="pt-BR" sz="1800" spc="-1" strike="noStrike">
                <a:latin typeface="Arial"/>
              </a:rPr>
              <a:t>6.º nível da estrutura de tópicos</a:t>
            </a:r>
            <a:endParaRPr b="0" lang="pt-BR" sz="1800" spc="-1" strike="noStrike">
              <a:latin typeface="Arial"/>
            </a:endParaRPr>
          </a:p>
          <a:p>
            <a:pPr lvl="6" marL="3024000" indent="-216000">
              <a:spcBef>
                <a:spcPts val="283"/>
              </a:spcBef>
              <a:buClr>
                <a:srgbClr val="000000"/>
              </a:buClr>
              <a:buSzPct val="45000"/>
              <a:buFont typeface="Wingdings" charset="2"/>
              <a:buChar char=""/>
            </a:pPr>
            <a:r>
              <a:rPr b="0" lang="pt-BR" sz="1800" spc="-1" strike="noStrike">
                <a:latin typeface="Arial"/>
              </a:rPr>
              <a:t>7.º nível da estrutura de tópicos</a:t>
            </a:r>
            <a:endParaRPr b="0" lang="pt-BR"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image" Target="../media/image25.jpeg"/><Relationship Id="rId2"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image" Target="../media/image26.jpeg"/><Relationship Id="rId2"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3.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slideLayout" Target="../slideLayouts/slideLayout13.xml"/>
</Relationships>
</file>

<file path=ppt/slides/_rels/slide34.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slideLayout" Target="../slideLayouts/slideLayout13.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6.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 name="Google Shape;66;p1" descr="Logo UFTM.png"/>
          <p:cNvPicPr/>
          <p:nvPr/>
        </p:nvPicPr>
        <p:blipFill>
          <a:blip r:embed="rId1"/>
          <a:stretch/>
        </p:blipFill>
        <p:spPr>
          <a:xfrm>
            <a:off x="2592000" y="1013040"/>
            <a:ext cx="4567680" cy="36439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
          <p:cNvSpPr txBox="1"/>
          <p:nvPr/>
        </p:nvSpPr>
        <p:spPr>
          <a:xfrm>
            <a:off x="360000" y="1980000"/>
            <a:ext cx="9180000" cy="3161880"/>
          </a:xfrm>
          <a:prstGeom prst="rect">
            <a:avLst/>
          </a:prstGeom>
          <a:noFill/>
          <a:ln w="0">
            <a:noFill/>
          </a:ln>
        </p:spPr>
        <p:txBody>
          <a:bodyPr lIns="90000" rIns="90000" tIns="45000" bIns="45000" anchor="t">
            <a:noAutofit/>
          </a:bodyPr>
          <a:p>
            <a:r>
              <a:rPr b="0" lang="pt-BR" sz="1800" spc="-1" strike="noStrike">
                <a:latin typeface="Arial"/>
              </a:rPr>
              <a:t>Indicadores de fluxo de ingressantes de cursos de graduação produzidos a partir das informações coletadas pelo Censo da Educação Superior, tendo como forma de análise o acompanhamento longitudinal em uma trajetória cronológica dos estudantes quando ingressam em um curso de graduação até a sua saída, seja por meio da conclusão ou da desistência do curso.</a:t>
            </a:r>
            <a:endParaRPr b="0" lang="pt-BR" sz="1800" spc="-1" strike="noStrike">
              <a:latin typeface="Arial"/>
            </a:endParaRPr>
          </a:p>
          <a:p>
            <a:endParaRPr b="0" lang="pt-BR" sz="1800" spc="-1" strike="noStrike">
              <a:latin typeface="Arial"/>
            </a:endParaRPr>
          </a:p>
          <a:p>
            <a:r>
              <a:rPr b="0" lang="pt-BR" sz="1800" spc="-1" strike="noStrike">
                <a:latin typeface="Arial"/>
              </a:rPr>
              <a:t>Esses indicadores servem de base para diferentes análises, bem como para medida da eficiência de cada curso, podendo ser combinados com outros indicadores ou insumos, auxiliando na criação de novos parâmetros de controle de eficiência do curso, além de qualificar a oferta e a demanda desses cursos. Além disso, eles subsidiam discussões acerca da eficácia do sistema de ensino superior, principalmente quanto à capacidade deste para formar pessoas.</a:t>
            </a:r>
            <a:endParaRPr b="0" lang="pt-BR" sz="1800" spc="-1" strike="noStrike">
              <a:latin typeface="Arial"/>
            </a:endParaRPr>
          </a:p>
        </p:txBody>
      </p:sp>
      <p:sp>
        <p:nvSpPr>
          <p:cNvPr id="78" name=""/>
          <p:cNvSpPr/>
          <p:nvPr/>
        </p:nvSpPr>
        <p:spPr>
          <a:xfrm>
            <a:off x="1027440" y="324000"/>
            <a:ext cx="8025840" cy="15282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pt-BR" sz="4500" spc="-1" strike="noStrike">
                <a:solidFill>
                  <a:srgbClr val="003300"/>
                </a:solidFill>
                <a:latin typeface="Arial Black"/>
                <a:ea typeface="Arial Black"/>
              </a:rPr>
              <a:t>Indicadores de Fluxos da Educação Superior</a:t>
            </a:r>
            <a:endParaRPr b="0" lang="pt-BR" sz="4500" spc="-1" strike="noStrike">
              <a:latin typeface="Arial"/>
            </a:endParaRPr>
          </a:p>
          <a:p>
            <a:pPr algn="ctr">
              <a:lnSpc>
                <a:spcPct val="100000"/>
              </a:lnSpc>
            </a:pPr>
            <a:endParaRPr b="0" lang="pt-BR" sz="4500" spc="-1" strike="noStrike">
              <a:latin typeface="Arial"/>
            </a:endParaRPr>
          </a:p>
          <a:p>
            <a:pPr algn="ctr">
              <a:lnSpc>
                <a:spcPct val="100000"/>
              </a:lnSpc>
            </a:pPr>
            <a:endParaRPr b="0" lang="pt-BR" sz="45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
          <p:cNvSpPr/>
          <p:nvPr/>
        </p:nvSpPr>
        <p:spPr>
          <a:xfrm>
            <a:off x="1012680" y="1262520"/>
            <a:ext cx="8025840" cy="31456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pt-BR" sz="4500" spc="-1" strike="noStrike">
                <a:solidFill>
                  <a:srgbClr val="003300"/>
                </a:solidFill>
                <a:latin typeface="Arial Black"/>
                <a:ea typeface="Arial Black"/>
              </a:rPr>
              <a:t>Indicadores de Fluxos da Educação Superior</a:t>
            </a:r>
            <a:endParaRPr b="0" lang="pt-BR" sz="4500" spc="-1" strike="noStrike">
              <a:latin typeface="Arial"/>
            </a:endParaRPr>
          </a:p>
          <a:p>
            <a:pPr algn="ctr">
              <a:lnSpc>
                <a:spcPct val="100000"/>
              </a:lnSpc>
            </a:pPr>
            <a:endParaRPr b="0" lang="pt-BR" sz="4500" spc="-1" strike="noStrike">
              <a:latin typeface="Arial"/>
            </a:endParaRPr>
          </a:p>
          <a:p>
            <a:pPr algn="ctr">
              <a:lnSpc>
                <a:spcPct val="100000"/>
              </a:lnSpc>
            </a:pPr>
            <a:r>
              <a:rPr b="0" lang="pt-BR" sz="4500" spc="-1" strike="noStrike">
                <a:solidFill>
                  <a:srgbClr val="003300"/>
                </a:solidFill>
                <a:latin typeface="Arial Black"/>
                <a:ea typeface="Arial Black"/>
              </a:rPr>
              <a:t>ICS - ICBN</a:t>
            </a:r>
            <a:endParaRPr b="0" lang="pt-BR" sz="45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0"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3"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
          <p:cNvSpPr/>
          <p:nvPr/>
        </p:nvSpPr>
        <p:spPr>
          <a:xfrm>
            <a:off x="1012680" y="1262520"/>
            <a:ext cx="8025840" cy="31456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pt-BR" sz="4500" spc="-1" strike="noStrike">
                <a:solidFill>
                  <a:srgbClr val="003300"/>
                </a:solidFill>
                <a:latin typeface="Arial Black"/>
                <a:ea typeface="Arial Black"/>
              </a:rPr>
              <a:t>Indicadores de Fluxos da Educação Superior</a:t>
            </a:r>
            <a:endParaRPr b="0" lang="pt-BR" sz="4500" spc="-1" strike="noStrike">
              <a:latin typeface="Arial"/>
            </a:endParaRPr>
          </a:p>
          <a:p>
            <a:pPr algn="ctr">
              <a:lnSpc>
                <a:spcPct val="100000"/>
              </a:lnSpc>
            </a:pPr>
            <a:endParaRPr b="0" lang="pt-BR" sz="4500" spc="-1" strike="noStrike">
              <a:latin typeface="Arial"/>
            </a:endParaRPr>
          </a:p>
          <a:p>
            <a:pPr algn="ctr">
              <a:lnSpc>
                <a:spcPct val="100000"/>
              </a:lnSpc>
            </a:pPr>
            <a:r>
              <a:rPr b="0" lang="pt-BR" sz="4500" spc="-1" strike="noStrike">
                <a:solidFill>
                  <a:srgbClr val="003300"/>
                </a:solidFill>
                <a:latin typeface="Arial Black"/>
                <a:ea typeface="Arial Black"/>
              </a:rPr>
              <a:t>ICENE</a:t>
            </a:r>
            <a:endParaRPr b="0" lang="pt-BR" sz="45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
          <p:cNvSpPr/>
          <p:nvPr/>
        </p:nvSpPr>
        <p:spPr>
          <a:xfrm>
            <a:off x="1012320" y="1262160"/>
            <a:ext cx="8025840" cy="31456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pt-BR" sz="4500" spc="-1" strike="noStrike">
                <a:solidFill>
                  <a:srgbClr val="003300"/>
                </a:solidFill>
                <a:latin typeface="Arial Black"/>
                <a:ea typeface="Arial Black"/>
              </a:rPr>
              <a:t>Indicadores de Fluxos da Educação Superior</a:t>
            </a:r>
            <a:endParaRPr b="0" lang="pt-BR" sz="4500" spc="-1" strike="noStrike">
              <a:latin typeface="Arial"/>
            </a:endParaRPr>
          </a:p>
          <a:p>
            <a:pPr algn="ctr">
              <a:lnSpc>
                <a:spcPct val="100000"/>
              </a:lnSpc>
            </a:pPr>
            <a:endParaRPr b="0" lang="pt-BR" sz="4500" spc="-1" strike="noStrike">
              <a:latin typeface="Arial"/>
            </a:endParaRPr>
          </a:p>
          <a:p>
            <a:pPr algn="ctr">
              <a:lnSpc>
                <a:spcPct val="100000"/>
              </a:lnSpc>
            </a:pPr>
            <a:r>
              <a:rPr b="0" lang="pt-BR" sz="4500" spc="-1" strike="noStrike">
                <a:solidFill>
                  <a:srgbClr val="003300"/>
                </a:solidFill>
                <a:latin typeface="Arial Black"/>
                <a:ea typeface="Arial Black"/>
              </a:rPr>
              <a:t>ICTE</a:t>
            </a:r>
            <a:endParaRPr b="0" lang="pt-BR" sz="45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4"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5"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6" name="" descr=""/>
          <p:cNvPicPr/>
          <p:nvPr/>
        </p:nvPicPr>
        <p:blipFill>
          <a:blip r:embed="rId1"/>
          <a:stretch/>
        </p:blipFill>
        <p:spPr>
          <a:xfrm>
            <a:off x="36288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7"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8"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9"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
          <p:cNvSpPr/>
          <p:nvPr/>
        </p:nvSpPr>
        <p:spPr>
          <a:xfrm>
            <a:off x="1012680" y="1262520"/>
            <a:ext cx="8025840" cy="31456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pt-BR" sz="4500" spc="-1" strike="noStrike">
                <a:solidFill>
                  <a:srgbClr val="003300"/>
                </a:solidFill>
                <a:latin typeface="Arial Black"/>
                <a:ea typeface="Arial Black"/>
              </a:rPr>
              <a:t>Indicadores de Fluxos da Educação Superior</a:t>
            </a:r>
            <a:endParaRPr b="0" lang="pt-BR" sz="4500" spc="-1" strike="noStrike">
              <a:latin typeface="Arial"/>
            </a:endParaRPr>
          </a:p>
          <a:p>
            <a:pPr algn="ctr">
              <a:lnSpc>
                <a:spcPct val="100000"/>
              </a:lnSpc>
            </a:pPr>
            <a:endParaRPr b="0" lang="pt-BR" sz="4500" spc="-1" strike="noStrike">
              <a:latin typeface="Arial"/>
            </a:endParaRPr>
          </a:p>
          <a:p>
            <a:pPr algn="ctr">
              <a:lnSpc>
                <a:spcPct val="100000"/>
              </a:lnSpc>
            </a:pPr>
            <a:r>
              <a:rPr b="0" lang="pt-BR" sz="4500" spc="-1" strike="noStrike">
                <a:solidFill>
                  <a:srgbClr val="003300"/>
                </a:solidFill>
                <a:latin typeface="Arial Black"/>
                <a:ea typeface="Arial Black"/>
              </a:rPr>
              <a:t>IELACHS</a:t>
            </a:r>
            <a:endParaRPr b="0" lang="pt-BR" sz="45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2"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3"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6"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7"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
          <p:cNvSpPr/>
          <p:nvPr/>
        </p:nvSpPr>
        <p:spPr>
          <a:xfrm>
            <a:off x="1013040" y="1262880"/>
            <a:ext cx="8025840" cy="31456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pt-BR" sz="4500" spc="-1" strike="noStrike">
                <a:solidFill>
                  <a:srgbClr val="003300"/>
                </a:solidFill>
                <a:latin typeface="Arial Black"/>
                <a:ea typeface="Arial Black"/>
              </a:rPr>
              <a:t>Indicadores de Fluxos da Educação Superior</a:t>
            </a:r>
            <a:endParaRPr b="0" lang="pt-BR" sz="4500" spc="-1" strike="noStrike">
              <a:latin typeface="Arial"/>
            </a:endParaRPr>
          </a:p>
          <a:p>
            <a:pPr algn="ctr">
              <a:lnSpc>
                <a:spcPct val="100000"/>
              </a:lnSpc>
            </a:pPr>
            <a:endParaRPr b="0" lang="pt-BR" sz="4500" spc="-1" strike="noStrike">
              <a:latin typeface="Arial"/>
            </a:endParaRPr>
          </a:p>
          <a:p>
            <a:pPr algn="ctr">
              <a:lnSpc>
                <a:spcPct val="100000"/>
              </a:lnSpc>
            </a:pPr>
            <a:r>
              <a:rPr b="0" lang="pt-BR" sz="4500" spc="-1" strike="noStrike">
                <a:solidFill>
                  <a:srgbClr val="003300"/>
                </a:solidFill>
                <a:latin typeface="Arial Black"/>
                <a:ea typeface="Arial Black"/>
              </a:rPr>
              <a:t>ITURAMA</a:t>
            </a:r>
            <a:endParaRPr b="0" lang="pt-BR" sz="4500" spc="-1" strike="noStrike">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9"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0" name="" descr=""/>
          <p:cNvPicPr/>
          <p:nvPr/>
        </p:nvPicPr>
        <p:blipFill>
          <a:blip r:embed="rId1"/>
          <a:stretch/>
        </p:blipFill>
        <p:spPr>
          <a:xfrm>
            <a:off x="361440" y="496080"/>
            <a:ext cx="9356760" cy="467784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
          <p:cNvSpPr/>
          <p:nvPr/>
        </p:nvSpPr>
        <p:spPr>
          <a:xfrm>
            <a:off x="1013040" y="1262880"/>
            <a:ext cx="8025840" cy="3145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pt-BR" sz="2000" spc="-1" strike="noStrike">
                <a:solidFill>
                  <a:srgbClr val="003300"/>
                </a:solidFill>
                <a:latin typeface="Arial Black"/>
                <a:ea typeface="Arial Black"/>
              </a:rPr>
              <a:t>Observação:</a:t>
            </a:r>
            <a:endParaRPr b="0" lang="pt-BR" sz="2000" spc="-1" strike="noStrike">
              <a:latin typeface="Arial"/>
            </a:endParaRPr>
          </a:p>
          <a:p>
            <a:pPr>
              <a:lnSpc>
                <a:spcPct val="100000"/>
              </a:lnSpc>
            </a:pPr>
            <a:endParaRPr b="0" lang="pt-BR" sz="2000" spc="-1" strike="noStrike">
              <a:latin typeface="Arial"/>
            </a:endParaRPr>
          </a:p>
          <a:p>
            <a:pPr>
              <a:lnSpc>
                <a:spcPct val="100000"/>
              </a:lnSpc>
            </a:pPr>
            <a:r>
              <a:rPr b="0" lang="pt-BR" sz="2000" spc="-1" strike="noStrike">
                <a:solidFill>
                  <a:srgbClr val="003300"/>
                </a:solidFill>
                <a:latin typeface="Arial Black"/>
                <a:ea typeface="Arial Black"/>
              </a:rPr>
              <a:t>Dados do curso de Agronomia não está disponível na base INEP</a:t>
            </a:r>
            <a:endParaRPr b="0" lang="pt-BR" sz="2000" spc="-1" strike="noStrike">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2" name="Google Shape;428;p136" descr="Marca Proplan png.png"/>
          <p:cNvPicPr/>
          <p:nvPr/>
        </p:nvPicPr>
        <p:blipFill>
          <a:blip r:embed="rId1"/>
          <a:stretch/>
        </p:blipFill>
        <p:spPr>
          <a:xfrm>
            <a:off x="2471400" y="1186560"/>
            <a:ext cx="5136840" cy="1712520"/>
          </a:xfrm>
          <a:prstGeom prst="rect">
            <a:avLst/>
          </a:prstGeom>
          <a:ln w="0">
            <a:noFill/>
          </a:ln>
        </p:spPr>
      </p:pic>
      <p:sp>
        <p:nvSpPr>
          <p:cNvPr id="113" name="Google Shape;429;p136"/>
          <p:cNvSpPr/>
          <p:nvPr/>
        </p:nvSpPr>
        <p:spPr>
          <a:xfrm>
            <a:off x="3156480" y="3748320"/>
            <a:ext cx="3766680" cy="82260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Lst>
            </a:pPr>
            <a:r>
              <a:rPr b="0" lang="pt-BR" sz="1800" spc="-1" strike="noStrike">
                <a:solidFill>
                  <a:srgbClr val="000000"/>
                </a:solidFill>
                <a:latin typeface="Arial"/>
                <a:ea typeface="DejaVu Sans"/>
              </a:rPr>
              <a:t>Divisão de Informações Institucionais</a:t>
            </a:r>
            <a:endParaRPr b="0" lang="pt-BR" sz="1800" spc="-1" strike="noStrike">
              <a:latin typeface="Arial"/>
            </a:endParaRPr>
          </a:p>
          <a:p>
            <a:pPr algn="ctr">
              <a:lnSpc>
                <a:spcPct val="100000"/>
              </a:lnSpc>
              <a:tabLst>
                <a:tab algn="l" pos="0"/>
              </a:tabLst>
            </a:pPr>
            <a:r>
              <a:rPr b="0" lang="pt-BR" sz="1800" spc="-1" strike="noStrike">
                <a:solidFill>
                  <a:srgbClr val="000000"/>
                </a:solidFill>
                <a:latin typeface="Arial"/>
                <a:ea typeface="DejaVu Sans"/>
              </a:rPr>
              <a:t>informacao.proplan@uftm.edu.br</a:t>
            </a:r>
            <a:endParaRPr b="0" lang="pt-BR" sz="1800" spc="-1" strike="noStrike">
              <a:latin typeface="Arial"/>
            </a:endParaRPr>
          </a:p>
          <a:p>
            <a:pPr algn="ctr">
              <a:lnSpc>
                <a:spcPct val="100000"/>
              </a:lnSpc>
              <a:tabLst>
                <a:tab algn="l" pos="0"/>
              </a:tabLst>
            </a:pPr>
            <a:r>
              <a:rPr b="0" lang="pt-BR" sz="1800" spc="-1" strike="noStrike">
                <a:solidFill>
                  <a:srgbClr val="000000"/>
                </a:solidFill>
                <a:latin typeface="Arial"/>
                <a:ea typeface="DejaVu Sans"/>
              </a:rPr>
              <a:t>34 3700 6105/6106</a:t>
            </a:r>
            <a:endParaRPr b="0" lang="pt-BR" sz="18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35</TotalTime>
  <Application>LibreOffice/7.2.1.2$Windows_X86_64 LibreOffice_project/87b77fad49947c1441b67c559c339af8f3517e22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2021-10-19T14:20:24Z</dcterms:created>
  <dc:creator/>
  <dc:description/>
  <dc:language>pt-BR</dc:language>
  <cp:lastModifiedBy/>
  <dcterms:modified xsi:type="dcterms:W3CDTF">2021-10-25T17:04:52Z</dcterms:modified>
  <cp:revision>20</cp:revision>
  <dc:subject/>
  <dc:title/>
</cp:coreProperties>
</file>

<file path=docProps/custom.xml><?xml version="1.0" encoding="utf-8"?>
<Properties xmlns="http://schemas.openxmlformats.org/officeDocument/2006/custom-properties" xmlns:vt="http://schemas.openxmlformats.org/officeDocument/2006/docPropsVTypes"/>
</file>